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AI for EV Charging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SOC / OP_26 Analytics — Dynamic Tariff Optimization</a:t>
            </a:r>
          </a:p>
          <a:p>
            <a:r>
              <a:t>UrbanEV (Shenzhen) + Demand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EV charging networks face uneven utilization (peak congestion vs idle off-peak).</a:t>
            </a:r>
          </a:p>
          <a:p>
            <a:pPr>
              <a:defRPr sz="2000"/>
            </a:pPr>
            <a:r>
              <a:t>Flat pricing (₹15/kWh baseline) leaves revenue and grid efficiency on the table.</a:t>
            </a:r>
          </a:p>
          <a:p>
            <a:pPr>
              <a:defRPr sz="2000"/>
            </a:pPr>
            <a:r>
              <a:t>Build a demand-prediction agent + dynamic pricing policy to maximize revenue responsibly.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UrbanEV — 247 districts, 1,706 stations, 5-min resolution (occupancy, volume, price, duration).</a:t>
            </a:r>
          </a:p>
          <a:p>
            <a:pPr>
              <a:defRPr sz="2000"/>
            </a:pPr>
            <a:r>
              <a:t>ACN sessions (optional) — campus charging logs for session-duration EDA.</a:t>
            </a:r>
          </a:p>
          <a:p>
            <a:pPr>
              <a:defRPr sz="2000"/>
            </a:pPr>
            <a:r>
              <a:t>Chronological train/test split to avoid leakage in time-series forecasting.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EDA: hourly demand, heatmaps, station rankings, revenue by hour.</a:t>
            </a:r>
          </a:p>
          <a:p>
            <a:pPr>
              <a:defRPr sz="2000"/>
            </a:pPr>
            <a:r>
              <a:t>Features: lags, rolling means, peak-hour flags, utilization &amp; congestion scores.</a:t>
            </a:r>
          </a:p>
          <a:p>
            <a:pPr>
              <a:defRPr sz="2000"/>
            </a:pPr>
            <a:r>
              <a:t>Model: XGBoost / Random Forest regressor for next-step utilization.</a:t>
            </a:r>
          </a:p>
          <a:p>
            <a:pPr>
              <a:defRPr sz="2000"/>
            </a:pPr>
            <a:r>
              <a:t>Agent: surge (+50%) if predicted util &gt; 80%; discount (−30%) if util &lt; 30%.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Revenue Comparison</a:t>
            </a:r>
          </a:p>
        </p:txBody>
      </p:sp>
      <p:pic>
        <p:nvPicPr>
          <p:cNvPr id="3" name="Picture 2" descr="01_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Business outcome — +31% revenue vs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Kpi Summary</a:t>
            </a:r>
          </a:p>
        </p:txBody>
      </p:sp>
      <p:pic>
        <p:nvPicPr>
          <p:cNvPr id="3" name="Picture 2" descr="02_kpi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609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Monitoring KPIs (RMSE, MAE, R², revenue gain)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Tariff Distribution</a:t>
            </a:r>
          </a:p>
        </p:txBody>
      </p:sp>
      <p:pic>
        <p:nvPicPr>
          <p:cNvPr id="3" name="Picture 2" descr="03_tariff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How often each tariff tier was applied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Actual Vs Predicted</a:t>
            </a:r>
          </a:p>
        </p:txBody>
      </p:sp>
      <p:pic>
        <p:nvPicPr>
          <p:cNvPr id="3" name="Picture 2" descr="04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Model tracks actual utilization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Error Distribution</a:t>
            </a:r>
          </a:p>
        </p:txBody>
      </p:sp>
      <p:pic>
        <p:nvPicPr>
          <p:cNvPr id="3" name="Picture 2" descr="05_erro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Prediction errors are centered near zero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Utilization Distribution</a:t>
            </a:r>
          </a:p>
        </p:txBody>
      </p:sp>
      <p:pic>
        <p:nvPicPr>
          <p:cNvPr id="3" name="Picture 2" descr="06_utiliza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Utilization spread across the network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Revenue By Tariff</a:t>
            </a:r>
          </a:p>
        </p:txBody>
      </p:sp>
      <p:pic>
        <p:nvPicPr>
          <p:cNvPr id="3" name="Picture 2" descr="07_revenue_by_tar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contribution by tariff band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Intraday Utilization</a:t>
            </a:r>
          </a:p>
        </p:txBody>
      </p:sp>
      <p:pic>
        <p:nvPicPr>
          <p:cNvPr id="3" name="Picture 2" descr="08_intraday_uti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Intraday utilization pattern (UrbanEV)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Infrastructure</a:t>
            </a:r>
          </a:p>
        </p:txBody>
      </p:sp>
      <p:pic>
        <p:nvPicPr>
          <p:cNvPr id="3" name="Picture 2" descr="09_infra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Charger infrastructure scale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R² = 0.9543 on held-out utilization forecast.</a:t>
            </a:r>
          </a:p>
          <a:p>
            <a:pPr>
              <a:defRPr sz="2000"/>
            </a:pPr>
            <a:r>
              <a:t>Simulated revenue gain: 31.03% (₹900,000 → ₹1,179,225).</a:t>
            </a:r>
          </a:p>
          <a:p>
            <a:pPr>
              <a:defRPr sz="2000"/>
            </a:pPr>
            <a:r>
              <a:t>265 off-peak discount sessions — shifts demand to under-used windows.</a:t>
            </a:r>
          </a:p>
          <a:p>
            <a:pPr>
              <a:defRPr sz="2000"/>
            </a:pPr>
            <a:r>
              <a:t>Deliverables: simulation_results.csv, monitoring_results.csv, business_metrics.csv.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Deploy agent as API on live station telemetry with guardrails (min/max tariff).</a:t>
            </a:r>
          </a:p>
          <a:p>
            <a:pPr>
              <a:defRPr sz="2000"/>
            </a:pPr>
            <a:r>
              <a:t>A/B test against flat pricing on a pilot subset of stations.</a:t>
            </a:r>
          </a:p>
          <a:p>
            <a:pPr>
              <a:defRPr sz="2000"/>
            </a:pPr>
            <a:r>
              <a:t>Incorporate grid carbon intensity and driver SLA constraints.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